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0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3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2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9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6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5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5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1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0351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23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4095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57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1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9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SHOPSMART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Your Digital Grocery Store Experience</a:t>
            </a:r>
          </a:p>
          <a:p>
            <a:endParaRPr dirty="0"/>
          </a:p>
          <a:p>
            <a:r>
              <a:rPr dirty="0"/>
              <a:t>Team ID : </a:t>
            </a:r>
            <a:r>
              <a:rPr lang="en-US" dirty="0"/>
              <a:t>LTVIP2026TMIDS73436</a:t>
            </a:r>
            <a:endParaRPr dirty="0"/>
          </a:p>
          <a:p>
            <a:r>
              <a:rPr dirty="0"/>
              <a:t>Team Size :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Leader:</a:t>
            </a:r>
            <a:r>
              <a:rPr lang="en-IN" dirty="0"/>
              <a:t> : N Devika</a:t>
            </a:r>
            <a:endParaRPr dirty="0"/>
          </a:p>
          <a:p>
            <a:r>
              <a:rPr dirty="0"/>
              <a:t>Team Member: </a:t>
            </a:r>
            <a:r>
              <a:rPr lang="en-US" dirty="0"/>
              <a:t>A Jaya Sree</a:t>
            </a:r>
            <a:endParaRPr dirty="0"/>
          </a:p>
          <a:p>
            <a:r>
              <a:rPr dirty="0"/>
              <a:t>Team Member: </a:t>
            </a:r>
            <a:r>
              <a:rPr lang="en-US" dirty="0"/>
              <a:t>G Jyothi</a:t>
            </a:r>
            <a:endParaRPr dirty="0"/>
          </a:p>
          <a:p>
            <a:r>
              <a:rPr dirty="0"/>
              <a:t>Team Member: M</a:t>
            </a:r>
            <a:r>
              <a:rPr lang="en-US" dirty="0"/>
              <a:t> Reddy Sree</a:t>
            </a:r>
            <a:endParaRPr dirty="0"/>
          </a:p>
          <a:p>
            <a:r>
              <a:rPr dirty="0"/>
              <a:t>Team Member: </a:t>
            </a:r>
            <a:r>
              <a:rPr lang="en-US" dirty="0"/>
              <a:t>M Aparna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ShopSmart is a digital grocery shopping platform</a:t>
            </a:r>
          </a:p>
          <a:p>
            <a:r>
              <a:t>Allows users to shop groceries online</a:t>
            </a:r>
          </a:p>
          <a:p>
            <a:r>
              <a:t>Designed for convenience and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grocery shopping is time-consuming</a:t>
            </a:r>
          </a:p>
          <a:p>
            <a:r>
              <a:t>Long queues and limited store hours</a:t>
            </a:r>
          </a:p>
          <a:p>
            <a:r>
              <a:t>Difficulty in comparing prices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grocery store system</a:t>
            </a:r>
          </a:p>
          <a:p>
            <a:r>
              <a:t>Easy browsing and ordering</a:t>
            </a:r>
          </a:p>
          <a:p>
            <a:r>
              <a:t>Secure payment and home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ShopSmart</a:t>
            </a:r>
            <a:r>
              <a:rPr dirty="0"/>
              <a:t> Application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2CEFB-DE9C-030E-D4D8-B60F9587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74" y="2688140"/>
            <a:ext cx="6056672" cy="3067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3" y="609600"/>
            <a:ext cx="6347714" cy="1320800"/>
          </a:xfrm>
        </p:spPr>
        <p:txBody>
          <a:bodyPr>
            <a:normAutofit/>
          </a:bodyPr>
          <a:lstStyle/>
          <a:p>
            <a:r>
              <a:rPr dirty="0"/>
              <a:t>Online Grocery Shopping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4C006-D3DE-B912-55DA-D64A427B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65" y="2329631"/>
            <a:ext cx="600075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Order &amp; Delivery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B9319-6E1E-E8A8-BEAB-FFE393E5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551039"/>
            <a:ext cx="6583688" cy="4407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and login</a:t>
            </a:r>
          </a:p>
          <a:p>
            <a:r>
              <a:t>Search and add products to cart</a:t>
            </a:r>
          </a:p>
          <a:p>
            <a:r>
              <a:t>Order tracking and payment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Python / Java / PHP</a:t>
            </a:r>
          </a:p>
          <a:p>
            <a:r>
              <a:t>Database: MySQL / MongoDB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ShopSmart simplifies grocery shopping</a:t>
            </a:r>
          </a:p>
          <a:p>
            <a:r>
              <a:t>Provides a modern digital solution</a:t>
            </a:r>
          </a:p>
          <a:p>
            <a:r>
              <a:t>Enhances user convenience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157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SHOPSMART</vt:lpstr>
      <vt:lpstr>Team Details</vt:lpstr>
      <vt:lpstr>Introduction</vt:lpstr>
      <vt:lpstr>Problem Statement</vt:lpstr>
      <vt:lpstr>Proposed Solution</vt:lpstr>
      <vt:lpstr>ShopSmart Application Interface</vt:lpstr>
      <vt:lpstr>Online Grocery Shopping Concept</vt:lpstr>
      <vt:lpstr>Order &amp; Delivery System</vt:lpstr>
      <vt:lpstr>Key Features</vt:lpstr>
      <vt:lpstr>Technology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NAGADASARI DEVIKA</dc:creator>
  <cp:keywords/>
  <dc:description>generated using python-pptx</dc:description>
  <cp:lastModifiedBy>NAGADASARI DEVIKA</cp:lastModifiedBy>
  <cp:revision>3</cp:revision>
  <dcterms:created xsi:type="dcterms:W3CDTF">2013-01-27T09:14:16Z</dcterms:created>
  <dcterms:modified xsi:type="dcterms:W3CDTF">2026-02-18T15:29:23Z</dcterms:modified>
  <cp:category/>
</cp:coreProperties>
</file>